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36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tmw/F2026-T2-Phoenix/wik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949440" y="274320"/>
            <a:ext cx="1728216" cy="1892808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77656" y="274320"/>
            <a:ext cx="1728216" cy="1388059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flipV="1">
            <a:off x="10405872" y="589788"/>
            <a:ext cx="1481328" cy="1072591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0" y="2167128"/>
            <a:ext cx="740664" cy="283921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7690104" y="3744468"/>
            <a:ext cx="1975104" cy="126187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9665208" y="1662379"/>
            <a:ext cx="740664" cy="2082089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65208" y="3744468"/>
            <a:ext cx="1481328" cy="946404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90104" y="5006340"/>
            <a:ext cx="1481328" cy="1577340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9171432" y="3744468"/>
            <a:ext cx="493776" cy="283921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77656" y="274320"/>
            <a:ext cx="987552" cy="3470148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08292" y="2125980"/>
            <a:ext cx="82296" cy="82296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52510" y="249174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380726" y="1637233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846052" y="548640"/>
            <a:ext cx="82296" cy="82296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64958" y="4981194"/>
            <a:ext cx="50292" cy="50292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40062" y="3719322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105388" y="4649724"/>
            <a:ext cx="82296" cy="82296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6286" y="6558534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32B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CS691  •  SPRINT 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18745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AgentMesh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640080" y="2971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Orchestration Platform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specialized AI agents and multiple LLM providers through sequential, parallel, and conditional workflows.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4114800" cy="0"/>
          </a:xfrm>
          <a:prstGeom prst="line">
            <a:avLst/>
          </a:prstGeom>
          <a:noFill/>
          <a:ln w="12700">
            <a:solidFill>
              <a:srgbClr val="34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526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7  •  Group Presentation — Sprint Review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4892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7AE"/>
                </a:solidFill>
                <a:latin typeface="Calibri" pitchFamily="34" charset="0"/>
                <a:cs typeface="Calibri" pitchFamily="34" charset="-120"/>
              </a:rPr>
              <a:t>Team 2 - Phoenix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 •  September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2240280"/>
            <a:ext cx="329184" cy="329184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Responsibilities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23865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doing what across the 7-member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19088" y="2240280"/>
            <a:ext cx="329184" cy="329184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19088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03720" y="23865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we're solving, and our hypothesis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" y="3291840"/>
            <a:ext cx="329184" cy="329184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291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3438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AgentMesh is and how it works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19088" y="3291840"/>
            <a:ext cx="329184" cy="329184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19088" y="3291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03720" y="3438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types AgentMesh is built for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8368" y="4343400"/>
            <a:ext cx="329184" cy="329184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4343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Algorithms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43000" y="44897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and logic behind orchestration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40690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19088" y="4343400"/>
            <a:ext cx="329184" cy="329184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19088" y="4343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03720" y="44897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cadence and Sprint deliverables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120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8368" y="5394960"/>
            <a:ext cx="329184" cy="329184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8368" y="5394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300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 Agreement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43000" y="55412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hold each other accountable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5120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19088" y="5394960"/>
            <a:ext cx="329184" cy="329184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19088" y="5394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0372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903720" y="55412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reflection and next actions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Roles &amp; Responsibilities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" y="3006625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0576" y="3291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EEFED-7540-63BC-1C29-19B643BA6789}"/>
              </a:ext>
            </a:extLst>
          </p:cNvPr>
          <p:cNvSpPr txBox="1"/>
          <p:nvPr/>
        </p:nvSpPr>
        <p:spPr>
          <a:xfrm>
            <a:off x="1147864" y="1896894"/>
            <a:ext cx="918291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Dhwani Dobariya – Team Leader/ Documentation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Aniruddha Rath - Backend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Puneet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Tulsiani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- Frontend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Soumen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Nageshkar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- Full-Stack / Platform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Sutej Kulkarni - DevOps / Infrastructure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Gurjot Singh - QA / Test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Om Jadhav - Documentation &amp; Agile Lead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General-Purpose AI Isn't Enough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67208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44144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model isn't optimal for research, coding, security, testing, and analysis all at once.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09981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every available AI agent on every request wastes time and API tokens.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858768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758184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tasks have real dependencies between subtasks that a flat chat model can't express.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517136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441655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full conversations between steps creates unnecessary, costly context.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5175504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507492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rarely know why a given AI capability was invoked, or what it actually did.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1874520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10132B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096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25146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central Orchestrator selects only the specialized AI agents a request actually needs, and coordinates them through sequential, parallel, and conditional workflows,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680960" y="425196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7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complex multi-step tasks will complete with lower cost, lower latency, and higher reliability than sending the entire task to one general-purpose model.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AgentMesh 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is an AI Agent Orchestration Platform that coordinates multiple specialized AI agents and multiple LLM providers to solve complex tasks — acting as an intelligent workflow engine for AI, rather than a single chatbot.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10132B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submits a natural-language request describing a complex task.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4251960"/>
            <a:ext cx="164592" cy="0"/>
          </a:xfrm>
          <a:prstGeom prst="line">
            <a:avLst/>
          </a:prstGeom>
          <a:noFill/>
          <a:ln w="19050">
            <a:solidFill>
              <a:srgbClr val="5B5F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55848" y="306324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1B2050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84448" y="3291840"/>
            <a:ext cx="457200" cy="457200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84448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84448" y="3931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84448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analyzes the request and breaks it into subtasks.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71616" y="4251960"/>
            <a:ext cx="164592" cy="0"/>
          </a:xfrm>
          <a:prstGeom prst="line">
            <a:avLst/>
          </a:prstGeom>
          <a:noFill/>
          <a:ln w="19050">
            <a:solidFill>
              <a:srgbClr val="5B5F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54496" y="306324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10132B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83096" y="3291840"/>
            <a:ext cx="457200" cy="457200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83096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83096" y="3931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Route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83096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relevant specialized agents are activated, in the right order.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70264" y="4251960"/>
            <a:ext cx="164592" cy="0"/>
          </a:xfrm>
          <a:prstGeom prst="line">
            <a:avLst/>
          </a:prstGeom>
          <a:noFill/>
          <a:ln w="19050">
            <a:solidFill>
              <a:srgbClr val="5B5F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53144" y="306324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1B2050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381744" y="3291840"/>
            <a:ext cx="457200" cy="457200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81744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81744" y="3931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Synthesize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81744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agent outputs are combined into one final, explainable result.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We're Building AgentMesh For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611880" cy="109728"/>
          </a:xfrm>
          <a:prstGeom prst="rect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05940" y="2286000"/>
            <a:ext cx="914400" cy="914400"/>
          </a:xfrm>
          <a:prstGeom prst="ellipse">
            <a:avLst/>
          </a:prstGeom>
          <a:solidFill>
            <a:srgbClr val="F4F6FD"/>
          </a:solidFill>
          <a:ln w="19050">
            <a:solidFill>
              <a:srgbClr val="4C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0594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Priya, Software Engineering Lead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 single pipeline that runs security review, code fixes, and tests automatically before merge.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5257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chaining separate AI tools for security, coding, and testing is slow and error-prone.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88536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88536" y="1920240"/>
            <a:ext cx="3611880" cy="109728"/>
          </a:xfrm>
          <a:prstGeom prst="rect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37276" y="2286000"/>
            <a:ext cx="914400" cy="914400"/>
          </a:xfrm>
          <a:prstGeom prst="ellipse">
            <a:avLst/>
          </a:prstGeom>
          <a:solidFill>
            <a:srgbClr val="F4F6FD"/>
          </a:solidFill>
          <a:ln w="19050">
            <a:solidFill>
              <a:srgbClr val="101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37276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517136" y="3337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Daniel, Data Analyst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62856" y="3931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62856" y="4160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multi-step analysis — cleaning, analysis, and reporting — done from one plain-language request.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62856" y="50292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62856" y="5257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 models lose track of steps and can't hand structured data cleanly between stages.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19872" y="1920240"/>
            <a:ext cx="3611880" cy="109728"/>
          </a:xfrm>
          <a:prstGeom prst="rect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468612" y="2286000"/>
            <a:ext cx="914400" cy="914400"/>
          </a:xfrm>
          <a:prstGeom prst="ellipse">
            <a:avLst/>
          </a:prstGeom>
          <a:solidFill>
            <a:srgbClr val="F4F6FD"/>
          </a:solidFill>
          <a:ln w="19050">
            <a:solidFill>
              <a:srgbClr val="33E0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68612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E0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348472" y="3337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Aisha, Technical Product Manager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94192" y="3931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94192" y="4160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visibility into which AI capability ran, why, and what it cost, for every workflow.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94192" y="50292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94192" y="5257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chatbot answers make it impossible to audit cost, latency, or decision quality.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">
            <a:extLst>
              <a:ext uri="{FF2B5EF4-FFF2-40B4-BE49-F238E27FC236}">
                <a16:creationId xmlns:a16="http://schemas.microsoft.com/office/drawing/2014/main" id="{5D2AB1EE-D00F-281E-358F-A2EEA073EF88}"/>
              </a:ext>
            </a:extLst>
          </p:cNvPr>
          <p:cNvSpPr/>
          <p:nvPr/>
        </p:nvSpPr>
        <p:spPr>
          <a:xfrm>
            <a:off x="4306824" y="1939274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121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214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697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/ Next.js / TypeScript / CSS3 / Framer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30815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Workflow visualization UI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17136" y="2121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17136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0056" y="21214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44568" y="2697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(</a:t>
            </a:r>
            <a:r>
              <a:rPr lang="en-US" sz="1050" dirty="0" err="1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en-US" sz="1050" dirty="0" err="1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Celery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44568" y="30815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19872" y="192024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48472" y="2121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48472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51392" y="21214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Caching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75904" y="2697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 / MongoDB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75904" y="30815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Redis (queue + cache)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840714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85800" y="4041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04164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3232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OpenAI, Anthropic, Gemini, others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" y="50017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88536" y="38404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17136" y="4041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17136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0056" y="404164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&amp; Auth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44568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containers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44568" y="50017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/ OAuth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19872" y="38404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348472" y="4041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4847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51392" y="404164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375904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Unit, integration &amp; E2E tests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75904" y="50017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Structured logging &amp; metrics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Behind the Orchestrator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2340864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340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0299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Capability-Matching / Classification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242316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request to only the agent capabilities it actually needs.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64808" y="2340864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64808" y="2340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20299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Resolution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9440" y="242316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tasks (topological sort) so dependent steps wait on prerequisites.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" y="3730752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41985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Branching Logic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381304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next step based on intermediate results (e.g., vulnerability severity).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3310128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64808" y="3730752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64808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41985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Routing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381304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cheapest capable model per task; reserves strong models for hard steps.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700016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8368" y="5120640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5120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8097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Fallback Strategy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3000" y="5202936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swaps providers, or escalates to a human on repeated failure.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4700016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64808" y="5120640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64808" y="5120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48097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49440" y="5202936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structured agent outputs against an expected schema before they move on.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Team Meets &amp; Delivers 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Cadence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642616"/>
            <a:ext cx="128016" cy="128016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5511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 stand-up: 2x per week (status + blockers)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209544"/>
            <a:ext cx="128016" cy="128016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1181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check-ins on team channel between meetings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776472"/>
            <a:ext cx="128016" cy="128016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6850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at the start of every Sprint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128016" cy="128016"/>
          </a:xfrm>
          <a:prstGeom prst="ellipse">
            <a:avLst/>
          </a:prstGeom>
          <a:solidFill>
            <a:srgbClr val="4C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+ retrospective at the end of every Sprint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92024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10132B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3796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 Deliverables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2642616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25511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presentation (slides + recorded video + PDF)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3209544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31181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wiki page with project overview &amp; team info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3776472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36850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 agreement (Word + PDF)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4343400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42519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retrospective, recorded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4910328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0" y="481888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chemeClr val="bg1"/>
                </a:solidFill>
              </a:rPr>
              <a:t>Github</a:t>
            </a:r>
            <a:r>
              <a:rPr lang="en-US" sz="1150" dirty="0">
                <a:solidFill>
                  <a:schemeClr val="bg1"/>
                </a:solidFill>
              </a:rPr>
              <a:t> code</a:t>
            </a:r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 AGREEMENT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 Together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0025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&amp; Where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3500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Stand-ups 2x/week on a shared call; async updates posted daily in the team channel.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20025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19672" y="23500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finish a task, flag it in the channel at least 24 hours before the deadline.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64408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33924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373989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individual work is due 48 hours before a Sprint review — no same-day drops on one person.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3264408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9672" y="33924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19672" y="373989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integration are shared across the team, not owned by a single 'fixer.'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654296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47823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512978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give one friendly reminder before a deadline; after that, it's on the individual.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4654296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9672" y="47823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19672" y="512978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are raised in the team meeting, not worked around silently.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 Retrospective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611880" cy="502920"/>
          </a:xfrm>
          <a:prstGeom prst="rect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Architecture: Clean modular design, Docker setup, and backend framework.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Workflows: Effective orchestration tools, messaging layers, and workflow engines.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47091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Comprehensive automated tests ensuring code stability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88536" y="19659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88536" y="1965960"/>
            <a:ext cx="3611880" cy="502920"/>
          </a:xfrm>
          <a:prstGeom prst="rect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88536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Improve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17136" y="26974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54296" y="2697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Need clearer setup instructions and architecture guides.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17136" y="370332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54296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Complexity: Monitoring and tracing multi-agent execution paths need optimization.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54296" y="47091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19872" y="19659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19872" y="1965960"/>
            <a:ext cx="3611880" cy="502920"/>
          </a:xfrm>
          <a:prstGeom prst="rect">
            <a:avLst/>
          </a:prstGeom>
          <a:solidFill>
            <a:srgbClr val="101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19872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48472" y="26974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85632" y="2697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Monitoring: Add better real-time metrics for tracking agent executions.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48472" y="370332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85632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Tests: Optimize the test suite for faster CI/CD pipelines.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863840" y="4663440"/>
            <a:ext cx="1152144" cy="960120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15984" y="4663440"/>
            <a:ext cx="1344168" cy="57607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flipV="1">
            <a:off x="10360152" y="4663440"/>
            <a:ext cx="1344168" cy="57607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0" y="5623560"/>
            <a:ext cx="576072" cy="960120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8439912" y="6199632"/>
            <a:ext cx="1536192" cy="384048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9976104" y="5239512"/>
            <a:ext cx="384048" cy="960120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76104" y="6199632"/>
            <a:ext cx="1152144" cy="384048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22692" y="5582412"/>
            <a:ext cx="82296" cy="82296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90838" y="4638294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335006" y="5214366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663172" y="4622292"/>
            <a:ext cx="82296" cy="82296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4766" y="6558534"/>
            <a:ext cx="50292" cy="50292"/>
          </a:xfrm>
          <a:prstGeom prst="ellipse">
            <a:avLst/>
          </a:prstGeom>
          <a:solidFill>
            <a:srgbClr val="33E0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50958" y="6174486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087100" y="6542532"/>
            <a:ext cx="82296" cy="82296"/>
          </a:xfrm>
          <a:prstGeom prst="ellipse">
            <a:avLst/>
          </a:prstGeom>
          <a:solidFill>
            <a:srgbClr val="2E3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377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Wikipage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86868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4C6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8680" y="3200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hlinkClick r:id="rId3"/>
              </a:rPr>
              <a:t>https://github.com/htmw/F2026-T2-Phoenix/wiki</a:t>
            </a:r>
            <a:r>
              <a:rPr lang="en-US" sz="1400" dirty="0"/>
              <a:t> 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•  CS691 Capstone  •  Sprint 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1176</Words>
  <Application>Microsoft Macintosh PowerPoint</Application>
  <PresentationFormat>Widescreen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dobariyadhwani404@gmail.com</cp:lastModifiedBy>
  <cp:revision>10</cp:revision>
  <dcterms:created xsi:type="dcterms:W3CDTF">2026-09-21T04:15:59Z</dcterms:created>
  <dcterms:modified xsi:type="dcterms:W3CDTF">2026-09-22T02:37:15Z</dcterms:modified>
</cp:coreProperties>
</file>